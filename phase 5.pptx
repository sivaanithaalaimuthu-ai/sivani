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slideLayout" Target="../slideLayouts/slideLayout4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5.xml"/><Relationship Id="rId1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600194"/>
            <a:ext cx="12549783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Autonomous Flood Inundation Mapping Agent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44260" y="1663303"/>
            <a:ext cx="13141881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Real-Time Emergency Response System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44260" y="2291834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Challenge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744260" y="3122414"/>
            <a:ext cx="4247674" cy="2718316"/>
          </a:xfrm>
          <a:prstGeom prst="roundRect">
            <a:avLst>
              <a:gd name="adj" fmla="val 3286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525" y="3342680"/>
            <a:ext cx="637937" cy="637937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9904" y="3518059"/>
            <a:ext cx="287060" cy="2870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4525" y="4179927"/>
            <a:ext cx="3133963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Limited Real-Time Data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964525" y="4631769"/>
            <a:ext cx="3807143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Flood response delayed due to reliance on late satellite imagery and manual reporting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5191244" y="3122414"/>
            <a:ext cx="4247793" cy="2718316"/>
          </a:xfrm>
          <a:prstGeom prst="roundRect">
            <a:avLst>
              <a:gd name="adj" fmla="val 3286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1510" y="3342680"/>
            <a:ext cx="637937" cy="637937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6889" y="3518059"/>
            <a:ext cx="287060" cy="2870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11510" y="4179927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Missing Flood Maps</a:t>
            </a:r>
            <a:endParaRPr lang="en-US" sz="2050" dirty="0"/>
          </a:p>
        </p:txBody>
      </p:sp>
      <p:sp>
        <p:nvSpPr>
          <p:cNvPr id="14" name="Text 8"/>
          <p:cNvSpPr/>
          <p:nvPr/>
        </p:nvSpPr>
        <p:spPr>
          <a:xfrm>
            <a:off x="5411510" y="4631769"/>
            <a:ext cx="3807262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Lack of accurate, real-time inundation maps during critical emergency response windows</a:t>
            </a:r>
            <a:endParaRPr lang="en-US" sz="1650" dirty="0"/>
          </a:p>
        </p:txBody>
      </p:sp>
      <p:sp>
        <p:nvSpPr>
          <p:cNvPr id="15" name="Shape 9"/>
          <p:cNvSpPr/>
          <p:nvPr/>
        </p:nvSpPr>
        <p:spPr>
          <a:xfrm>
            <a:off x="9638348" y="3122414"/>
            <a:ext cx="4247793" cy="2718316"/>
          </a:xfrm>
          <a:prstGeom prst="roundRect">
            <a:avLst>
              <a:gd name="adj" fmla="val 3286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8613" y="3342680"/>
            <a:ext cx="637937" cy="637937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33992" y="3518059"/>
            <a:ext cx="287060" cy="28706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858613" y="4179927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Evacuation Delays</a:t>
            </a:r>
            <a:endParaRPr lang="en-US" sz="2050" dirty="0"/>
          </a:p>
        </p:txBody>
      </p:sp>
      <p:sp>
        <p:nvSpPr>
          <p:cNvPr id="19" name="Text 11"/>
          <p:cNvSpPr/>
          <p:nvPr/>
        </p:nvSpPr>
        <p:spPr>
          <a:xfrm>
            <a:off x="9858613" y="4631769"/>
            <a:ext cx="3807262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Emergency teams need predictive flood extent and depth to coordinate evacuations</a:t>
            </a:r>
            <a:endParaRPr lang="en-US" sz="1650" dirty="0"/>
          </a:p>
        </p:txBody>
      </p:sp>
      <p:sp>
        <p:nvSpPr>
          <p:cNvPr id="20" name="Text 12"/>
          <p:cNvSpPr/>
          <p:nvPr/>
        </p:nvSpPr>
        <p:spPr>
          <a:xfrm>
            <a:off x="744260" y="6139696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Solution</a:t>
            </a:r>
            <a:endParaRPr lang="en-US" sz="3300" dirty="0"/>
          </a:p>
        </p:txBody>
      </p:sp>
      <p:sp>
        <p:nvSpPr>
          <p:cNvPr id="21" name="Text 13"/>
          <p:cNvSpPr/>
          <p:nvPr/>
        </p:nvSpPr>
        <p:spPr>
          <a:xfrm>
            <a:off x="744260" y="6970276"/>
            <a:ext cx="13141881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 autonomous agent that generates real-time flood maps by simulating water flow across elevation grids, processing sensor data, and predicting inundation patterns before they occur.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13340" y="398145"/>
            <a:ext cx="5761911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Architecture &amp; Methodology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2913340" y="976074"/>
            <a:ext cx="2166938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Grid-Based Simulation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913340" y="1286828"/>
            <a:ext cx="4246245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20×30 elevation grid processes real-time inputs: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13340" y="1510903"/>
            <a:ext cx="4246245" cy="52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Rainfall intensity (60% weight)</a:t>
            </a:r>
            <a:endParaRPr lang="en-US" sz="100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River water levels (40% weight)</a:t>
            </a:r>
            <a:endParaRPr lang="en-US" sz="100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Digital Elevation Model (DEM)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913340" y="2104073"/>
            <a:ext cx="4246245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Water flows from high to low elevation with weighted influence from sensor inputs.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78435" y="976074"/>
            <a:ext cx="2376011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Three-Layer Architecture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78435" y="1295876"/>
            <a:ext cx="255151" cy="159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8435" y="1497330"/>
            <a:ext cx="4246245" cy="152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78435" y="1591508"/>
            <a:ext cx="1594842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Collection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478435" y="1862614"/>
            <a:ext cx="4246245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Sensors feed rainfall and river data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78435" y="2189440"/>
            <a:ext cx="255151" cy="159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8435" y="2378154"/>
            <a:ext cx="4246245" cy="15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78435" y="2485073"/>
            <a:ext cx="1594842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Processing Engine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7478435" y="2756178"/>
            <a:ext cx="4246245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Simulation calculates flood extent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7478435" y="3083004"/>
            <a:ext cx="255151" cy="159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8435" y="3258979"/>
            <a:ext cx="4246245" cy="152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478435" y="3378637"/>
            <a:ext cx="1594842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Visualization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7478435" y="3649742"/>
            <a:ext cx="4246245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Dashboard displays real-time maps</a:t>
            </a:r>
            <a:endParaRPr lang="en-US" sz="10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9654" y="4028123"/>
            <a:ext cx="8731091" cy="376499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537220" y="7117352"/>
            <a:ext cx="1980762" cy="247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Alerts &amp; Dashboard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3537220" y="6245817"/>
            <a:ext cx="1980762" cy="247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Grid Simulation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3537220" y="5383084"/>
            <a:ext cx="1980762" cy="247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Processing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3537220" y="4511549"/>
            <a:ext cx="1980762" cy="247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Sensor Inputs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228" y="584954"/>
            <a:ext cx="7718822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Implementation &amp; Key Features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974527" y="2308622"/>
            <a:ext cx="4017883" cy="194905"/>
          </a:xfrm>
          <a:prstGeom prst="roundRect">
            <a:avLst>
              <a:gd name="adj" fmla="val 42005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2228" y="2113657"/>
            <a:ext cx="584716" cy="584716"/>
          </a:xfrm>
          <a:prstGeom prst="roundRect">
            <a:avLst>
              <a:gd name="adj" fmla="val 78192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8437" y="2259866"/>
            <a:ext cx="292298" cy="2922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7133" y="2865834"/>
            <a:ext cx="3920490" cy="609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1: AI-Based Code Generation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77133" y="3575447"/>
            <a:ext cx="3920490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Developed core simulation algorithms using AI-assisted programming for rapid prototyping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52229" y="2016204"/>
            <a:ext cx="4018002" cy="194905"/>
          </a:xfrm>
          <a:prstGeom prst="roundRect">
            <a:avLst>
              <a:gd name="adj" fmla="val 42005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159931" y="1821240"/>
            <a:ext cx="584716" cy="584716"/>
          </a:xfrm>
          <a:prstGeom prst="roundRect">
            <a:avLst>
              <a:gd name="adj" fmla="val 78192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06139" y="1967448"/>
            <a:ext cx="292298" cy="29229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54836" y="2573417"/>
            <a:ext cx="3920609" cy="609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2: Debugging &amp; Optimization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5354836" y="3283029"/>
            <a:ext cx="3920609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Fine-tuned flood logic, fixed edge cases, and optimized grid update algorithms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930051" y="1723906"/>
            <a:ext cx="4018002" cy="194905"/>
          </a:xfrm>
          <a:prstGeom prst="roundRect">
            <a:avLst>
              <a:gd name="adj" fmla="val 42005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637752" y="1528941"/>
            <a:ext cx="584716" cy="584716"/>
          </a:xfrm>
          <a:prstGeom prst="roundRect">
            <a:avLst>
              <a:gd name="adj" fmla="val 78192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83961" y="1675150"/>
            <a:ext cx="292298" cy="29229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32658" y="2281118"/>
            <a:ext cx="2934295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3: Full Integration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9832658" y="2686169"/>
            <a:ext cx="3920609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Connected frontend dashboard, backend engine, and API layer for real-time updates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82228" y="4891326"/>
            <a:ext cx="3898583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Features</a:t>
            </a:r>
            <a:endParaRPr lang="en-US" sz="30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2228" y="5629751"/>
            <a:ext cx="487323" cy="48732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8863" y="5629751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Flood Map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1378863" y="6034802"/>
            <a:ext cx="5831681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Color-coded depth visualization showing real-time inundation extent</a:t>
            </a:r>
            <a:endParaRPr lang="en-US" sz="15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19856" y="5629751"/>
            <a:ext cx="487323" cy="48732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116491" y="5629751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Sensor Network</a:t>
            </a:r>
            <a:endParaRPr lang="en-US" sz="1900" dirty="0"/>
          </a:p>
        </p:txBody>
      </p:sp>
      <p:sp>
        <p:nvSpPr>
          <p:cNvPr id="24" name="Text 17"/>
          <p:cNvSpPr/>
          <p:nvPr/>
        </p:nvSpPr>
        <p:spPr>
          <a:xfrm>
            <a:off x="8116491" y="6034802"/>
            <a:ext cx="5831681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Integrated rainfall and river level monitoring with dynamic updates</a:t>
            </a:r>
            <a:endParaRPr lang="en-US" sz="15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2228" y="6659642"/>
            <a:ext cx="487323" cy="48732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378863" y="6659642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Alert System</a:t>
            </a:r>
            <a:endParaRPr lang="en-US" sz="1900" dirty="0"/>
          </a:p>
        </p:txBody>
      </p:sp>
      <p:sp>
        <p:nvSpPr>
          <p:cNvPr id="27" name="Text 19"/>
          <p:cNvSpPr/>
          <p:nvPr/>
        </p:nvSpPr>
        <p:spPr>
          <a:xfrm>
            <a:off x="1378863" y="7064692"/>
            <a:ext cx="5831681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Low to critical warnings based on predicted flood depth and timing</a:t>
            </a:r>
            <a:endParaRPr lang="en-US" sz="15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19856" y="6659642"/>
            <a:ext cx="487323" cy="487323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116491" y="6659642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Updates</a:t>
            </a:r>
            <a:endParaRPr lang="en-US" sz="1900" dirty="0"/>
          </a:p>
        </p:txBody>
      </p:sp>
      <p:sp>
        <p:nvSpPr>
          <p:cNvPr id="30" name="Text 21"/>
          <p:cNvSpPr/>
          <p:nvPr/>
        </p:nvSpPr>
        <p:spPr>
          <a:xfrm>
            <a:off x="8116491" y="7064692"/>
            <a:ext cx="5831681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Incremental cell updates every few seconds for stable, fast performance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4232" y="395288"/>
            <a:ext cx="3677602" cy="44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&amp; Conclusion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4232" y="1015484"/>
            <a:ext cx="6644640" cy="42748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424232" y="5389959"/>
            <a:ext cx="3201591" cy="1455658"/>
          </a:xfrm>
          <a:prstGeom prst="roundRect">
            <a:avLst>
              <a:gd name="adj" fmla="val 4090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536" y="5539264"/>
            <a:ext cx="425291" cy="425291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90455" y="5656183"/>
            <a:ext cx="191333" cy="19133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573536" y="6053138"/>
            <a:ext cx="20564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Visualization</a:t>
            </a:r>
            <a:endParaRPr lang="en-US" sz="1350" dirty="0"/>
          </a:p>
        </p:txBody>
      </p:sp>
      <p:sp>
        <p:nvSpPr>
          <p:cNvPr id="8" name="Text 3"/>
          <p:cNvSpPr/>
          <p:nvPr/>
        </p:nvSpPr>
        <p:spPr>
          <a:xfrm>
            <a:off x="2573536" y="6327696"/>
            <a:ext cx="2902982" cy="368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Dynamic flood propagation displayed as it unfolds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5714405" y="5389959"/>
            <a:ext cx="3201591" cy="1455658"/>
          </a:xfrm>
          <a:prstGeom prst="roundRect">
            <a:avLst>
              <a:gd name="adj" fmla="val 4090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3709" y="5539264"/>
            <a:ext cx="425291" cy="425291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80628" y="5656183"/>
            <a:ext cx="191333" cy="19133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863709" y="6053138"/>
            <a:ext cx="23629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Accurate Depth Prediction</a:t>
            </a:r>
            <a:endParaRPr lang="en-US" sz="1350" dirty="0"/>
          </a:p>
        </p:txBody>
      </p:sp>
      <p:sp>
        <p:nvSpPr>
          <p:cNvPr id="13" name="Text 6"/>
          <p:cNvSpPr/>
          <p:nvPr/>
        </p:nvSpPr>
        <p:spPr>
          <a:xfrm>
            <a:off x="5863709" y="6327696"/>
            <a:ext cx="2902982" cy="368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Reliable water depth calculations support evacuation planning</a:t>
            </a:r>
            <a:endParaRPr lang="en-US" sz="1100" dirty="0"/>
          </a:p>
        </p:txBody>
      </p:sp>
      <p:sp>
        <p:nvSpPr>
          <p:cNvPr id="14" name="Shape 7"/>
          <p:cNvSpPr/>
          <p:nvPr/>
        </p:nvSpPr>
        <p:spPr>
          <a:xfrm>
            <a:off x="9004578" y="5389959"/>
            <a:ext cx="3201591" cy="1455658"/>
          </a:xfrm>
          <a:prstGeom prst="roundRect">
            <a:avLst>
              <a:gd name="adj" fmla="val 4090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53882" y="5539264"/>
            <a:ext cx="425291" cy="425291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70802" y="5656183"/>
            <a:ext cx="191333" cy="191333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9153882" y="6053138"/>
            <a:ext cx="25218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Alert Generation</a:t>
            </a:r>
            <a:endParaRPr lang="en-US" sz="1350" dirty="0"/>
          </a:p>
        </p:txBody>
      </p:sp>
      <p:sp>
        <p:nvSpPr>
          <p:cNvPr id="18" name="Text 9"/>
          <p:cNvSpPr/>
          <p:nvPr/>
        </p:nvSpPr>
        <p:spPr>
          <a:xfrm>
            <a:off x="9153882" y="6327696"/>
            <a:ext cx="2902982" cy="368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Warning levels update based on simulated flood conditions</a:t>
            </a:r>
            <a:endParaRPr lang="en-US" sz="1100" dirty="0"/>
          </a:p>
        </p:txBody>
      </p:sp>
      <p:sp>
        <p:nvSpPr>
          <p:cNvPr id="19" name="Text 10"/>
          <p:cNvSpPr/>
          <p:nvPr/>
        </p:nvSpPr>
        <p:spPr>
          <a:xfrm>
            <a:off x="2424232" y="69784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20" name="Text 11"/>
          <p:cNvSpPr/>
          <p:nvPr/>
        </p:nvSpPr>
        <p:spPr>
          <a:xfrm>
            <a:off x="2424232" y="7465695"/>
            <a:ext cx="9781937" cy="368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Successfully built a fully functional, real-time decision-support system that autonomously generates flood inundation maps and supports emergency response operations.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2026-04-17T03:56:58Z</dcterms:created>
  <dcterms:modified xsi:type="dcterms:W3CDTF">2026-04-17T03:56:58Z</dcterms:modified>
</cp:coreProperties>
</file>